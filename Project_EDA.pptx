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CA0B977-8EEC-4C55-9A57-BFFE59CA58F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Project_EDA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27E6BA4-9A3C-432B-9768-FFD2743D08A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9/28/2026 3:32:07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spitalizations By Drug Type" id="2" name="slide2">
            <a:extLst>
              <a:ext uri="{FF2B5EF4-FFF2-40B4-BE49-F238E27FC236}">
                <a16:creationId xmlns:a16="http://schemas.microsoft.com/office/drawing/2014/main" id="{76E92784-10AC-4592-B54F-51CF864B25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278" y="0"/>
            <a:ext cx="57874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nual Trends" id="3" name="slide3">
            <a:extLst>
              <a:ext uri="{FF2B5EF4-FFF2-40B4-BE49-F238E27FC236}">
                <a16:creationId xmlns:a16="http://schemas.microsoft.com/office/drawing/2014/main" id="{7936A846-95EF-4E43-A39C-4631D6B39F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853" y="0"/>
            <a:ext cx="30282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port Volume by Drug Type" id="4" name="slide4">
            <a:extLst>
              <a:ext uri="{FF2B5EF4-FFF2-40B4-BE49-F238E27FC236}">
                <a16:creationId xmlns:a16="http://schemas.microsoft.com/office/drawing/2014/main" id="{4DE6FA5D-38A8-41A0-BDA2-93EA8F8155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237" y="2105025"/>
            <a:ext cx="91535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s Rate by Drug count" id="5" name="slide5">
            <a:extLst>
              <a:ext uri="{FF2B5EF4-FFF2-40B4-BE49-F238E27FC236}">
                <a16:creationId xmlns:a16="http://schemas.microsoft.com/office/drawing/2014/main" id="{52445D30-2E55-493C-A96D-AADDBA6873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273" y="0"/>
            <a:ext cx="2129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l Dash" id="6" name="slide6">
            <a:extLst>
              <a:ext uri="{FF2B5EF4-FFF2-40B4-BE49-F238E27FC236}">
                <a16:creationId xmlns:a16="http://schemas.microsoft.com/office/drawing/2014/main" id="{1B37BA7F-62BB-4E6B-B8CE-2ADBE0DCCB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2026-09-28T19:32:07Z</dcterms:created>
  <dcterms:modified xsi:type="dcterms:W3CDTF">2026-09-28T19:32:07Z</dcterms:modified>
</cp:coreProperties>
</file>